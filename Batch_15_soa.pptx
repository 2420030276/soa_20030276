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17:00:0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9237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2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611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2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6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91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1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91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6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49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76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944B1F1-A3F1-495A-8919-681EA777287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84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5C9E-FF0D-A5E7-7060-6E01C150D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982" y="365759"/>
            <a:ext cx="11383766" cy="2141135"/>
          </a:xfrm>
        </p:spPr>
        <p:txBody>
          <a:bodyPr>
            <a:normAutofit/>
          </a:bodyPr>
          <a:lstStyle/>
          <a:p>
            <a:r>
              <a:rPr lang="en-IN" sz="5400" dirty="0"/>
              <a:t>Project Deadline Reminder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90E73-FAF1-6A13-9EC2-16420316C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481" y="3904180"/>
            <a:ext cx="7027523" cy="2876763"/>
          </a:xfrm>
        </p:spPr>
        <p:txBody>
          <a:bodyPr>
            <a:normAutofit/>
          </a:bodyPr>
          <a:lstStyle/>
          <a:p>
            <a:r>
              <a:rPr lang="en-IN" dirty="0"/>
              <a:t>By :      Jatin Ponam             2420030032</a:t>
            </a:r>
          </a:p>
          <a:p>
            <a:r>
              <a:rPr lang="en-IN" dirty="0"/>
              <a:t>            Tejaswi Priyank        2420030276</a:t>
            </a:r>
          </a:p>
          <a:p>
            <a:r>
              <a:rPr lang="en-IN" dirty="0"/>
              <a:t>            Pranay Sangam         2420090115</a:t>
            </a:r>
          </a:p>
          <a:p>
            <a:r>
              <a:rPr lang="en-IN" dirty="0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4621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B855-4920-92C7-AFD9-78DA9DE2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0"/>
            <a:ext cx="10440804" cy="1222625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6E4B-B3B2-0CA4-06EB-5E5872FD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900719"/>
            <a:ext cx="10541285" cy="4818579"/>
          </a:xfrm>
        </p:spPr>
        <p:txBody>
          <a:bodyPr>
            <a:normAutofit/>
          </a:bodyPr>
          <a:lstStyle/>
          <a:p>
            <a:r>
              <a:rPr lang="en-US" dirty="0"/>
              <a:t>In today’s environment, individuals and teams often work on multiple projects and tasks with different priorities and deadlines. Managing these tasks manually can lead to </a:t>
            </a:r>
            <a:r>
              <a:rPr lang="en-US" b="1" dirty="0"/>
              <a:t>missed deadlines, poor prioritization, and reduced productivity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Project Deadline Reminder System</a:t>
            </a:r>
            <a:r>
              <a:rPr lang="en-US" dirty="0"/>
              <a:t> provides a centralized platform to manage projects, tasks, deadlines, and progress in one place.</a:t>
            </a:r>
          </a:p>
          <a:p>
            <a:r>
              <a:rPr lang="en-US" dirty="0"/>
              <a:t>The system combines three major capabilities:</a:t>
            </a:r>
          </a:p>
          <a:p>
            <a:r>
              <a:rPr lang="en-US" dirty="0"/>
              <a:t>📋 </a:t>
            </a:r>
            <a:r>
              <a:rPr lang="en-US" b="1" dirty="0"/>
              <a:t>Task &amp; Project Management</a:t>
            </a:r>
            <a:r>
              <a:rPr lang="en-US" dirty="0"/>
              <a:t> – Create, organize, and track projects and tasks. </a:t>
            </a:r>
          </a:p>
          <a:p>
            <a:r>
              <a:rPr lang="en-US" dirty="0"/>
              <a:t>🤖 </a:t>
            </a:r>
            <a:r>
              <a:rPr lang="en-US" b="1" dirty="0"/>
              <a:t>AI-Based Prioritization</a:t>
            </a:r>
            <a:r>
              <a:rPr lang="en-US" dirty="0"/>
              <a:t> – Analyze tasks and recommend which task should be completed first. </a:t>
            </a:r>
          </a:p>
          <a:p>
            <a:r>
              <a:rPr lang="en-US" dirty="0"/>
              <a:t>⏰ </a:t>
            </a:r>
            <a:r>
              <a:rPr lang="en-US" b="1" dirty="0"/>
              <a:t>Automated Deadline Reminders</a:t>
            </a:r>
            <a:r>
              <a:rPr lang="en-US" dirty="0"/>
              <a:t> – Notify users about upcoming and overdue deadlines.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24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9FA0-C7BA-851A-643E-00113B52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8" y="226031"/>
            <a:ext cx="10687384" cy="801385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FC1863-1D01-55BE-045A-1EE20643A3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68" y="1147225"/>
            <a:ext cx="1127075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multiple projects and tasks with different deadlines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often rely on manual methods such as notes, spreadsheets, or basic task lists.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deadlines can be forgotten, resulting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delayed or incomplete tasks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may know their deadlines but may not know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which task should be prioritized 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High-effort or dependent tasks may be overlooked even when they are critical to the project.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Basic task management systems generally provide reminders but lack </a:t>
            </a:r>
            <a:r>
              <a:rPr lang="en-US" b="1" dirty="0"/>
              <a:t>intelligent task prioritization</a:t>
            </a:r>
            <a:r>
              <a:rPr lang="en-US" dirty="0"/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There is a need for a centralized system that combines </a:t>
            </a:r>
            <a:r>
              <a:rPr lang="en-US" b="1" dirty="0"/>
              <a:t>task management, AI-based prioritization, and automated deadline reminders</a:t>
            </a:r>
            <a:r>
              <a:rPr lang="en-US" dirty="0"/>
              <a:t>.</a:t>
            </a:r>
            <a:endParaRPr 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The system should help users </a:t>
            </a:r>
            <a:r>
              <a:rPr lang="en-US" b="1" dirty="0"/>
              <a:t>reduce missed deadlines, manage workload effectively, and improve productivity</a:t>
            </a:r>
            <a:r>
              <a:rPr lang="en-US" dirty="0"/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4B25C9-A4C0-23C3-7996-17FEBAC7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583" y="70689"/>
            <a:ext cx="3345950" cy="19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4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513C-B248-6AFD-15BD-EBF927F6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80" y="365760"/>
            <a:ext cx="10707932" cy="702752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A856-A567-4097-A287-F5166A46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80" y="1828800"/>
            <a:ext cx="10707932" cy="4952144"/>
          </a:xfrm>
        </p:spPr>
        <p:txBody>
          <a:bodyPr>
            <a:normAutofit/>
          </a:bodyPr>
          <a:lstStyle/>
          <a:p>
            <a:r>
              <a:rPr lang="en-US" dirty="0"/>
              <a:t>Develop a </a:t>
            </a:r>
            <a:r>
              <a:rPr lang="en-US" b="1" dirty="0"/>
              <a:t>centralized web-based platform</a:t>
            </a:r>
            <a:r>
              <a:rPr lang="en-US" dirty="0"/>
              <a:t> to manage projects and tasks in one place.</a:t>
            </a:r>
          </a:p>
          <a:p>
            <a:r>
              <a:rPr lang="en-US" dirty="0"/>
              <a:t>Allow users to </a:t>
            </a:r>
            <a:r>
              <a:rPr lang="en-US" b="1" dirty="0"/>
              <a:t>create projects, add tasks, set deadlines, priorities, and estimated effort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AI to analyze task details</a:t>
            </a:r>
            <a:r>
              <a:rPr lang="en-US" dirty="0"/>
              <a:t> such as deadline, priority, effort, dependencies, and project progress.</a:t>
            </a:r>
          </a:p>
          <a:p>
            <a:r>
              <a:rPr lang="en-US" dirty="0"/>
              <a:t>Provide </a:t>
            </a:r>
            <a:r>
              <a:rPr lang="en-US" b="1" dirty="0"/>
              <a:t>AI-based recommendations</a:t>
            </a:r>
            <a:r>
              <a:rPr lang="en-US" dirty="0"/>
              <a:t> on which tasks should be completed first.</a:t>
            </a:r>
          </a:p>
          <a:p>
            <a:r>
              <a:rPr lang="en-US" dirty="0"/>
              <a:t>Use an automated </a:t>
            </a:r>
            <a:r>
              <a:rPr lang="en-US" b="1" dirty="0"/>
              <a:t>deadline monitoring system</a:t>
            </a:r>
            <a:r>
              <a:rPr lang="en-US" dirty="0"/>
              <a:t> to track upcoming and overdue tasks.</a:t>
            </a:r>
          </a:p>
          <a:p>
            <a:r>
              <a:rPr lang="en-US" dirty="0"/>
              <a:t>Send </a:t>
            </a:r>
            <a:r>
              <a:rPr lang="en-US" b="1" dirty="0"/>
              <a:t>timely reminders and notifications</a:t>
            </a:r>
            <a:r>
              <a:rPr lang="en-US" dirty="0"/>
              <a:t> before deadlines.</a:t>
            </a:r>
          </a:p>
          <a:p>
            <a:r>
              <a:rPr lang="en-US" dirty="0"/>
              <a:t>Provide a </a:t>
            </a:r>
            <a:r>
              <a:rPr lang="en-US" b="1" dirty="0"/>
              <a:t>dashboard</a:t>
            </a:r>
            <a:r>
              <a:rPr lang="en-US" dirty="0"/>
              <a:t> to view project progress, pending tasks, completed tasks, and upcoming deadlines</a:t>
            </a:r>
          </a:p>
          <a:p>
            <a:r>
              <a:rPr lang="en-US" dirty="0"/>
              <a:t>Integrate </a:t>
            </a:r>
            <a:r>
              <a:rPr lang="en-US" b="1" dirty="0"/>
              <a:t>React, Spring Boot, MySQL, and an AI/LLM API</a:t>
            </a:r>
            <a:r>
              <a:rPr lang="en-US" dirty="0"/>
              <a:t> to build the complete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81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0E69-AA8E-4B5F-E8DC-0FFD345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" y="82194"/>
            <a:ext cx="10810674" cy="780836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6AAD-EEDB-7D9D-D511-8244628D6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8406A-A147-F8CA-7C44-CA9918505BA2}"/>
              </a:ext>
            </a:extLst>
          </p:cNvPr>
          <p:cNvSpPr/>
          <p:nvPr/>
        </p:nvSpPr>
        <p:spPr>
          <a:xfrm>
            <a:off x="143838" y="1015860"/>
            <a:ext cx="1633591" cy="1037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Web Browser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5878947-BD15-D379-41D7-046DE19FC0C4}"/>
              </a:ext>
            </a:extLst>
          </p:cNvPr>
          <p:cNvSpPr/>
          <p:nvPr/>
        </p:nvSpPr>
        <p:spPr>
          <a:xfrm>
            <a:off x="1847241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D1411-EFE5-27E3-802D-9C766E0CB6ED}"/>
              </a:ext>
            </a:extLst>
          </p:cNvPr>
          <p:cNvSpPr/>
          <p:nvPr/>
        </p:nvSpPr>
        <p:spPr>
          <a:xfrm>
            <a:off x="2410213" y="1015860"/>
            <a:ext cx="3441843" cy="25723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Presentation Layer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React.js + Tailwind CSS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Dashboard</a:t>
            </a:r>
          </a:p>
          <a:p>
            <a:pPr algn="ctr"/>
            <a:r>
              <a:rPr lang="en-IN" dirty="0"/>
              <a:t>Projects</a:t>
            </a:r>
          </a:p>
          <a:p>
            <a:pPr algn="ctr"/>
            <a:r>
              <a:rPr lang="en-IN" dirty="0"/>
              <a:t>Tasks</a:t>
            </a:r>
          </a:p>
          <a:p>
            <a:pPr algn="ctr"/>
            <a:r>
              <a:rPr lang="en-IN" dirty="0"/>
              <a:t>AI Recommendations</a:t>
            </a:r>
          </a:p>
          <a:p>
            <a:pPr algn="ctr"/>
            <a:r>
              <a:rPr lang="en-IN" dirty="0"/>
              <a:t>Notifications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1E11C4-4055-D634-ED76-2F7FF2E9C331}"/>
              </a:ext>
            </a:extLst>
          </p:cNvPr>
          <p:cNvSpPr/>
          <p:nvPr/>
        </p:nvSpPr>
        <p:spPr>
          <a:xfrm>
            <a:off x="5990634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60C9B-AB1F-A417-08F1-6185C9D2EC9A}"/>
              </a:ext>
            </a:extLst>
          </p:cNvPr>
          <p:cNvSpPr/>
          <p:nvPr/>
        </p:nvSpPr>
        <p:spPr>
          <a:xfrm>
            <a:off x="6622372" y="1354907"/>
            <a:ext cx="1417832" cy="321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REST APIs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2CB5CD1-D743-1097-CC33-EE0635736EAE}"/>
              </a:ext>
            </a:extLst>
          </p:cNvPr>
          <p:cNvSpPr/>
          <p:nvPr/>
        </p:nvSpPr>
        <p:spPr>
          <a:xfrm>
            <a:off x="8178782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43586E-5CBC-9427-5B69-4CC74832A794}"/>
              </a:ext>
            </a:extLst>
          </p:cNvPr>
          <p:cNvSpPr/>
          <p:nvPr/>
        </p:nvSpPr>
        <p:spPr>
          <a:xfrm>
            <a:off x="8759606" y="977327"/>
            <a:ext cx="3407565" cy="4768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Layer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Spring Boot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Controller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Service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Repository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AI Services           Scheduler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9F5BBF-0EFB-7AA9-6196-C9CD4FEAA95A}"/>
                  </a:ext>
                </a:extLst>
              </p14:cNvPr>
              <p14:cNvContentPartPr/>
              <p14:nvPr/>
            </p14:nvContentPartPr>
            <p14:xfrm>
              <a:off x="6945249" y="394526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9F5BBF-0EFB-7AA9-6196-C9CD4FEAA9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6249" y="393626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Arrow: Left 19">
            <a:extLst>
              <a:ext uri="{FF2B5EF4-FFF2-40B4-BE49-F238E27FC236}">
                <a16:creationId xmlns:a16="http://schemas.microsoft.com/office/drawing/2014/main" id="{C4854827-D311-9DE5-68BD-9512C98A0E9F}"/>
              </a:ext>
            </a:extLst>
          </p:cNvPr>
          <p:cNvSpPr/>
          <p:nvPr/>
        </p:nvSpPr>
        <p:spPr>
          <a:xfrm>
            <a:off x="7561780" y="4989751"/>
            <a:ext cx="1349242" cy="26034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45971E-4D4B-3B19-DCCC-D4942712BE2B}"/>
              </a:ext>
            </a:extLst>
          </p:cNvPr>
          <p:cNvSpPr/>
          <p:nvPr/>
        </p:nvSpPr>
        <p:spPr>
          <a:xfrm>
            <a:off x="5973810" y="4758564"/>
            <a:ext cx="1454471" cy="653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/ LLM </a:t>
            </a:r>
          </a:p>
          <a:p>
            <a:pPr algn="ctr"/>
            <a:r>
              <a:rPr lang="en-IN" dirty="0"/>
              <a:t>API</a:t>
            </a:r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0B517CFA-156C-7F14-BE64-8922C4EDFB41}"/>
              </a:ext>
            </a:extLst>
          </p:cNvPr>
          <p:cNvSpPr/>
          <p:nvPr/>
        </p:nvSpPr>
        <p:spPr>
          <a:xfrm rot="10800000">
            <a:off x="9719353" y="5745818"/>
            <a:ext cx="1469204" cy="1029987"/>
          </a:xfrm>
          <a:prstGeom prst="bentArrow">
            <a:avLst>
              <a:gd name="adj1" fmla="val 14902"/>
              <a:gd name="adj2" fmla="val 28588"/>
              <a:gd name="adj3" fmla="val 37559"/>
              <a:gd name="adj4" fmla="val 624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8A186-DB8B-7AE9-3404-3E51900DDAA7}"/>
              </a:ext>
            </a:extLst>
          </p:cNvPr>
          <p:cNvSpPr/>
          <p:nvPr/>
        </p:nvSpPr>
        <p:spPr>
          <a:xfrm>
            <a:off x="7914367" y="5997304"/>
            <a:ext cx="1454471" cy="791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Reminder Engine</a:t>
            </a: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FFFAEA94-EF9C-5506-B365-3A4404FAA7E1}"/>
              </a:ext>
            </a:extLst>
          </p:cNvPr>
          <p:cNvSpPr/>
          <p:nvPr/>
        </p:nvSpPr>
        <p:spPr>
          <a:xfrm>
            <a:off x="6863138" y="6294433"/>
            <a:ext cx="875972" cy="3015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A57A95-40BC-004E-73B6-7AF7D5DBFE95}"/>
              </a:ext>
            </a:extLst>
          </p:cNvPr>
          <p:cNvSpPr/>
          <p:nvPr/>
        </p:nvSpPr>
        <p:spPr>
          <a:xfrm>
            <a:off x="4971903" y="6021707"/>
            <a:ext cx="1760306" cy="766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Notification 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EE4907-4CEB-D470-325A-26A9122DC906}"/>
              </a:ext>
            </a:extLst>
          </p:cNvPr>
          <p:cNvSpPr/>
          <p:nvPr/>
        </p:nvSpPr>
        <p:spPr>
          <a:xfrm>
            <a:off x="1499247" y="4184266"/>
            <a:ext cx="2062874" cy="25915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MySQL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Users</a:t>
            </a:r>
          </a:p>
          <a:p>
            <a:pPr algn="ctr"/>
            <a:r>
              <a:rPr lang="en-IN" dirty="0"/>
              <a:t>Projects</a:t>
            </a:r>
          </a:p>
          <a:p>
            <a:pPr algn="ctr"/>
            <a:r>
              <a:rPr lang="en-IN" dirty="0"/>
              <a:t>Tasks</a:t>
            </a:r>
          </a:p>
          <a:p>
            <a:pPr algn="ctr"/>
            <a:r>
              <a:rPr lang="en-IN" dirty="0"/>
              <a:t>Notifications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AFDDE0C-CBC6-A360-745D-13AEEAAFEA60}"/>
              </a:ext>
            </a:extLst>
          </p:cNvPr>
          <p:cNvSpPr/>
          <p:nvPr/>
        </p:nvSpPr>
        <p:spPr>
          <a:xfrm rot="9173907">
            <a:off x="3205460" y="3623503"/>
            <a:ext cx="6970913" cy="3262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CDD6-8575-8543-1EAC-EBEE3AE6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184936"/>
            <a:ext cx="10697658" cy="1047964"/>
          </a:xfrm>
        </p:spPr>
        <p:txBody>
          <a:bodyPr/>
          <a:lstStyle/>
          <a:p>
            <a:r>
              <a:rPr lang="en-IN" dirty="0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49DA0-0D5C-CFDF-B597-C04C66C82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18" y="1828800"/>
            <a:ext cx="9466814" cy="43513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frontend is developed using </a:t>
            </a:r>
            <a:r>
              <a:rPr lang="en-US" b="1" dirty="0"/>
              <a:t>React.js</a:t>
            </a:r>
            <a:r>
              <a:rPr lang="en-US" dirty="0"/>
              <a:t> and </a:t>
            </a:r>
            <a:r>
              <a:rPr lang="en-US" b="1" dirty="0"/>
              <a:t>Tailwind CSS</a:t>
            </a:r>
            <a:r>
              <a:rPr lang="en-US" dirty="0"/>
              <a:t>.</a:t>
            </a:r>
          </a:p>
          <a:p>
            <a:r>
              <a:rPr lang="en-US" dirty="0"/>
              <a:t>It provides interfaces for:</a:t>
            </a:r>
          </a:p>
          <a:p>
            <a:r>
              <a:rPr lang="en-US" dirty="0"/>
              <a:t>User registration and login.</a:t>
            </a:r>
          </a:p>
          <a:p>
            <a:r>
              <a:rPr lang="en-US" dirty="0"/>
              <a:t>Project creation and management.</a:t>
            </a:r>
          </a:p>
          <a:p>
            <a:r>
              <a:rPr lang="en-US" dirty="0"/>
              <a:t>Task creation and management.</a:t>
            </a:r>
          </a:p>
          <a:p>
            <a:r>
              <a:rPr lang="en-US" dirty="0"/>
              <a:t>Deadline visualization.</a:t>
            </a:r>
          </a:p>
          <a:p>
            <a:r>
              <a:rPr lang="en-US" dirty="0"/>
              <a:t>Task priority display.</a:t>
            </a:r>
          </a:p>
          <a:p>
            <a:r>
              <a:rPr lang="en-US" dirty="0"/>
              <a:t>AI recommendations.</a:t>
            </a:r>
          </a:p>
          <a:p>
            <a:r>
              <a:rPr lang="en-US" dirty="0"/>
              <a:t>Notifications.</a:t>
            </a:r>
          </a:p>
          <a:p>
            <a:r>
              <a:rPr lang="en-US" dirty="0"/>
              <a:t>Project progress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95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5B24-E152-4E60-970C-2B7508F5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7" y="246580"/>
            <a:ext cx="10738755" cy="904126"/>
          </a:xfrm>
        </p:spPr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6C76-2034-5B47-E1E5-8C56331E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828800"/>
            <a:ext cx="9425717" cy="43513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backend is developed using </a:t>
            </a:r>
            <a:r>
              <a:rPr lang="en-US" b="1" dirty="0"/>
              <a:t>Java Spring Boot</a:t>
            </a:r>
            <a:r>
              <a:rPr lang="en-US" dirty="0"/>
              <a:t>.</a:t>
            </a:r>
          </a:p>
          <a:p>
            <a:r>
              <a:rPr lang="en-US" dirty="0"/>
              <a:t>It is responsible for:</a:t>
            </a:r>
          </a:p>
          <a:p>
            <a:pPr marL="0" indent="0">
              <a:buNone/>
            </a:pPr>
            <a:r>
              <a:rPr lang="en-US" dirty="0"/>
              <a:t>    Processing user requests.</a:t>
            </a:r>
          </a:p>
          <a:p>
            <a:pPr marL="0" indent="0">
              <a:buNone/>
            </a:pPr>
            <a:r>
              <a:rPr lang="en-US" dirty="0"/>
              <a:t>    Managing projects and tasks.</a:t>
            </a:r>
          </a:p>
          <a:p>
            <a:pPr marL="0" indent="0">
              <a:buNone/>
            </a:pPr>
            <a:r>
              <a:rPr lang="en-US" dirty="0"/>
              <a:t>    Implementing business logic.</a:t>
            </a:r>
          </a:p>
          <a:p>
            <a:pPr marL="0" indent="0">
              <a:buNone/>
            </a:pPr>
            <a:r>
              <a:rPr lang="en-US" dirty="0"/>
              <a:t>    Providing REST APIs.</a:t>
            </a:r>
          </a:p>
          <a:p>
            <a:pPr marL="0" indent="0">
              <a:buNone/>
            </a:pPr>
            <a:r>
              <a:rPr lang="en-US" dirty="0"/>
              <a:t>    Managing authentication.</a:t>
            </a:r>
          </a:p>
          <a:p>
            <a:pPr marL="0" indent="0">
              <a:buNone/>
            </a:pPr>
            <a:r>
              <a:rPr lang="en-US" dirty="0"/>
              <a:t>    Communicating with MySQL.</a:t>
            </a:r>
          </a:p>
          <a:p>
            <a:pPr marL="0" indent="0">
              <a:buNone/>
            </a:pPr>
            <a:r>
              <a:rPr lang="en-US" dirty="0"/>
              <a:t>    Communicating with the AI service.</a:t>
            </a:r>
          </a:p>
          <a:p>
            <a:pPr marL="0" indent="0">
              <a:buNone/>
            </a:pPr>
            <a:r>
              <a:rPr lang="en-US" dirty="0"/>
              <a:t>    Running the deadline scheduler.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4EBA6-6B9F-4B0D-5F81-AF6DF61D46B9}"/>
              </a:ext>
            </a:extLst>
          </p:cNvPr>
          <p:cNvSpPr/>
          <p:nvPr/>
        </p:nvSpPr>
        <p:spPr>
          <a:xfrm>
            <a:off x="8173091" y="1071394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FFAA3-EF98-602D-0510-E6E998DADFA3}"/>
              </a:ext>
            </a:extLst>
          </p:cNvPr>
          <p:cNvSpPr/>
          <p:nvPr/>
        </p:nvSpPr>
        <p:spPr>
          <a:xfrm>
            <a:off x="8173091" y="2418937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96763-FA6E-341C-69F9-B266900C81DA}"/>
              </a:ext>
            </a:extLst>
          </p:cNvPr>
          <p:cNvSpPr/>
          <p:nvPr/>
        </p:nvSpPr>
        <p:spPr>
          <a:xfrm>
            <a:off x="8173091" y="3773299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BA0E1-F591-C24D-766C-B4884A62F931}"/>
              </a:ext>
            </a:extLst>
          </p:cNvPr>
          <p:cNvSpPr/>
          <p:nvPr/>
        </p:nvSpPr>
        <p:spPr>
          <a:xfrm>
            <a:off x="8173091" y="5127661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MySQL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721B50C-BA28-2387-D226-CB53307F840B}"/>
              </a:ext>
            </a:extLst>
          </p:cNvPr>
          <p:cNvSpPr/>
          <p:nvPr/>
        </p:nvSpPr>
        <p:spPr>
          <a:xfrm>
            <a:off x="8722760" y="1749488"/>
            <a:ext cx="215757" cy="4623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8E63199-CB27-0D92-D0C1-846029820223}"/>
              </a:ext>
            </a:extLst>
          </p:cNvPr>
          <p:cNvSpPr/>
          <p:nvPr/>
        </p:nvSpPr>
        <p:spPr>
          <a:xfrm>
            <a:off x="8733034" y="3060687"/>
            <a:ext cx="246579" cy="5650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B66F78B-DE46-7B63-7159-3A4B953432C5}"/>
              </a:ext>
            </a:extLst>
          </p:cNvPr>
          <p:cNvSpPr/>
          <p:nvPr/>
        </p:nvSpPr>
        <p:spPr>
          <a:xfrm>
            <a:off x="8748444" y="4383171"/>
            <a:ext cx="215758" cy="5959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DB77-3007-B84A-88CC-3D68049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2" y="1"/>
            <a:ext cx="10851770" cy="914400"/>
          </a:xfrm>
        </p:spPr>
        <p:txBody>
          <a:bodyPr/>
          <a:lstStyle/>
          <a:p>
            <a:r>
              <a:rPr lang="en-IN" dirty="0"/>
              <a:t>AI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7923-7586-6861-5D5B-2B24CB15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42" y="1119884"/>
            <a:ext cx="9754490" cy="5060254"/>
          </a:xfrm>
        </p:spPr>
        <p:txBody>
          <a:bodyPr/>
          <a:lstStyle/>
          <a:p>
            <a:r>
              <a:rPr lang="en-US" dirty="0"/>
              <a:t>The AI service is integrated with the Spring Boot backend.</a:t>
            </a:r>
          </a:p>
          <a:p>
            <a:r>
              <a:rPr lang="en-US" dirty="0"/>
              <a:t>The backend collects task information and sends relevant data to the AI model.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332260-BD68-E0C8-4621-ED4D0639F0F4}"/>
              </a:ext>
            </a:extLst>
          </p:cNvPr>
          <p:cNvSpPr/>
          <p:nvPr/>
        </p:nvSpPr>
        <p:spPr>
          <a:xfrm>
            <a:off x="246579" y="2465798"/>
            <a:ext cx="1592495" cy="780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8817A-C0C9-FD5F-2622-BBA850EE4FD4}"/>
              </a:ext>
            </a:extLst>
          </p:cNvPr>
          <p:cNvSpPr/>
          <p:nvPr/>
        </p:nvSpPr>
        <p:spPr>
          <a:xfrm>
            <a:off x="2969231" y="2388742"/>
            <a:ext cx="1828800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Boot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E116C-EB24-CD3F-5429-A86D473ADBE3}"/>
              </a:ext>
            </a:extLst>
          </p:cNvPr>
          <p:cNvSpPr/>
          <p:nvPr/>
        </p:nvSpPr>
        <p:spPr>
          <a:xfrm>
            <a:off x="6061752" y="2404154"/>
            <a:ext cx="1828800" cy="950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3CA2F-A5C1-36BD-2646-5841AF8E95C7}"/>
              </a:ext>
            </a:extLst>
          </p:cNvPr>
          <p:cNvSpPr/>
          <p:nvPr/>
        </p:nvSpPr>
        <p:spPr>
          <a:xfrm>
            <a:off x="9092627" y="2317054"/>
            <a:ext cx="1664414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6D1BF-D9DB-2165-3698-29551FEE3964}"/>
              </a:ext>
            </a:extLst>
          </p:cNvPr>
          <p:cNvSpPr/>
          <p:nvPr/>
        </p:nvSpPr>
        <p:spPr>
          <a:xfrm>
            <a:off x="8666251" y="4248596"/>
            <a:ext cx="2157573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Priority Recommendation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743E13-2355-DA55-A05A-7130A10CF539}"/>
              </a:ext>
            </a:extLst>
          </p:cNvPr>
          <p:cNvSpPr/>
          <p:nvPr/>
        </p:nvSpPr>
        <p:spPr>
          <a:xfrm>
            <a:off x="5701336" y="4248595"/>
            <a:ext cx="2065106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D0E94C-DAC6-AC41-3886-FF76C16EE7B0}"/>
              </a:ext>
            </a:extLst>
          </p:cNvPr>
          <p:cNvSpPr/>
          <p:nvPr/>
        </p:nvSpPr>
        <p:spPr>
          <a:xfrm>
            <a:off x="2752654" y="4284439"/>
            <a:ext cx="1715784" cy="965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Boot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E7E18-4EB7-2BF1-661E-BECD5F1908E5}"/>
              </a:ext>
            </a:extLst>
          </p:cNvPr>
          <p:cNvSpPr/>
          <p:nvPr/>
        </p:nvSpPr>
        <p:spPr>
          <a:xfrm>
            <a:off x="246579" y="4248595"/>
            <a:ext cx="1606266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React Dashboard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909A09-F2B2-B9B2-5666-EFD2A81F2BFD}"/>
              </a:ext>
            </a:extLst>
          </p:cNvPr>
          <p:cNvSpPr/>
          <p:nvPr/>
        </p:nvSpPr>
        <p:spPr>
          <a:xfrm>
            <a:off x="2075380" y="2691829"/>
            <a:ext cx="554804" cy="2774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795DCA0-AABF-A343-AC8E-8CF2C4E9840B}"/>
              </a:ext>
            </a:extLst>
          </p:cNvPr>
          <p:cNvSpPr/>
          <p:nvPr/>
        </p:nvSpPr>
        <p:spPr>
          <a:xfrm>
            <a:off x="5116530" y="2691829"/>
            <a:ext cx="584806" cy="2774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C32FC42-62C6-894B-07A5-9067ABC46C01}"/>
              </a:ext>
            </a:extLst>
          </p:cNvPr>
          <p:cNvSpPr/>
          <p:nvPr/>
        </p:nvSpPr>
        <p:spPr>
          <a:xfrm>
            <a:off x="8137133" y="2835667"/>
            <a:ext cx="678094" cy="318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4FEDD97-8847-8FC2-6FC5-8B46AE7D0801}"/>
              </a:ext>
            </a:extLst>
          </p:cNvPr>
          <p:cNvSpPr/>
          <p:nvPr/>
        </p:nvSpPr>
        <p:spPr>
          <a:xfrm>
            <a:off x="9667982" y="3429000"/>
            <a:ext cx="308225" cy="6141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117F170-42C3-C148-0980-C5751EBF773D}"/>
              </a:ext>
            </a:extLst>
          </p:cNvPr>
          <p:cNvSpPr/>
          <p:nvPr/>
        </p:nvSpPr>
        <p:spPr>
          <a:xfrm>
            <a:off x="7962472" y="4613097"/>
            <a:ext cx="584804" cy="25685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5499375-C921-F08D-87AF-4937DBA00443}"/>
              </a:ext>
            </a:extLst>
          </p:cNvPr>
          <p:cNvSpPr/>
          <p:nvPr/>
        </p:nvSpPr>
        <p:spPr>
          <a:xfrm>
            <a:off x="4633645" y="4613097"/>
            <a:ext cx="584806" cy="25685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B3DE2748-C872-0649-7057-844EC70E3D11}"/>
              </a:ext>
            </a:extLst>
          </p:cNvPr>
          <p:cNvSpPr/>
          <p:nvPr/>
        </p:nvSpPr>
        <p:spPr>
          <a:xfrm>
            <a:off x="1952090" y="4613097"/>
            <a:ext cx="554804" cy="27740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8CC0-614F-54EA-0CE5-B38F4B32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0" y="0"/>
            <a:ext cx="10831222" cy="965771"/>
          </a:xfrm>
        </p:spPr>
        <p:txBody>
          <a:bodyPr/>
          <a:lstStyle/>
          <a:p>
            <a:r>
              <a:rPr lang="en-IN" dirty="0"/>
              <a:t>Reminder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E25D-6326-2D5D-F229-3D428BF7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0" y="1243174"/>
            <a:ext cx="9733942" cy="4936964"/>
          </a:xfrm>
        </p:spPr>
        <p:txBody>
          <a:bodyPr/>
          <a:lstStyle/>
          <a:p>
            <a:r>
              <a:rPr lang="en-US" dirty="0"/>
              <a:t>The reminder engine uses </a:t>
            </a:r>
            <a:r>
              <a:rPr lang="en-US" b="1" dirty="0"/>
              <a:t>Spring Scheduler</a:t>
            </a:r>
            <a:r>
              <a:rPr lang="en-US" dirty="0"/>
              <a:t> to periodically check task deadlines.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6C15B9-6A96-FB36-6819-5599A2B0A5D3}"/>
              </a:ext>
            </a:extLst>
          </p:cNvPr>
          <p:cNvSpPr/>
          <p:nvPr/>
        </p:nvSpPr>
        <p:spPr>
          <a:xfrm>
            <a:off x="4027914" y="1762019"/>
            <a:ext cx="2068085" cy="354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Scheduler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D355C-63F9-B34B-937B-28612D5234B3}"/>
              </a:ext>
            </a:extLst>
          </p:cNvPr>
          <p:cNvSpPr/>
          <p:nvPr/>
        </p:nvSpPr>
        <p:spPr>
          <a:xfrm>
            <a:off x="4117180" y="2612319"/>
            <a:ext cx="1746161" cy="256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Checks Tasks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F5B1F6-88CE-8AC3-D30B-BD8AA9E8062F}"/>
              </a:ext>
            </a:extLst>
          </p:cNvPr>
          <p:cNvSpPr/>
          <p:nvPr/>
        </p:nvSpPr>
        <p:spPr>
          <a:xfrm>
            <a:off x="3719245" y="3503488"/>
            <a:ext cx="2722652" cy="354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Compare Current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F142E-C566-D79D-C9E3-41776584E473}"/>
              </a:ext>
            </a:extLst>
          </p:cNvPr>
          <p:cNvSpPr/>
          <p:nvPr/>
        </p:nvSpPr>
        <p:spPr>
          <a:xfrm>
            <a:off x="2820903" y="5167899"/>
            <a:ext cx="1253448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Upcoming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4FD98-9DBB-3B43-C71F-30342E9965AC}"/>
              </a:ext>
            </a:extLst>
          </p:cNvPr>
          <p:cNvSpPr/>
          <p:nvPr/>
        </p:nvSpPr>
        <p:spPr>
          <a:xfrm>
            <a:off x="6029220" y="5167899"/>
            <a:ext cx="1160980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Overdue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71820-5987-3219-54E4-1FE56A456DB2}"/>
              </a:ext>
            </a:extLst>
          </p:cNvPr>
          <p:cNvSpPr/>
          <p:nvPr/>
        </p:nvSpPr>
        <p:spPr>
          <a:xfrm>
            <a:off x="2728437" y="6215734"/>
            <a:ext cx="1345914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Reminder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E1260A-0B6A-290F-38E1-35B5689DE36C}"/>
              </a:ext>
            </a:extLst>
          </p:cNvPr>
          <p:cNvSpPr/>
          <p:nvPr/>
        </p:nvSpPr>
        <p:spPr>
          <a:xfrm>
            <a:off x="6029220" y="6094634"/>
            <a:ext cx="1160980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Alert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B8371AB-D1E9-4BAC-5A85-2B776041C2A6}"/>
              </a:ext>
            </a:extLst>
          </p:cNvPr>
          <p:cNvSpPr/>
          <p:nvPr/>
        </p:nvSpPr>
        <p:spPr>
          <a:xfrm>
            <a:off x="4839128" y="2188396"/>
            <a:ext cx="256854" cy="354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6E5BB79-3C52-231C-C0D6-FDD1358F6A86}"/>
              </a:ext>
            </a:extLst>
          </p:cNvPr>
          <p:cNvSpPr/>
          <p:nvPr/>
        </p:nvSpPr>
        <p:spPr>
          <a:xfrm>
            <a:off x="4839128" y="2869174"/>
            <a:ext cx="256854" cy="5598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-Up 12">
            <a:extLst>
              <a:ext uri="{FF2B5EF4-FFF2-40B4-BE49-F238E27FC236}">
                <a16:creationId xmlns:a16="http://schemas.microsoft.com/office/drawing/2014/main" id="{90B096B2-F2C2-B8F7-20C9-9BE0078A7BF2}"/>
              </a:ext>
            </a:extLst>
          </p:cNvPr>
          <p:cNvSpPr/>
          <p:nvPr/>
        </p:nvSpPr>
        <p:spPr>
          <a:xfrm rot="13478797">
            <a:off x="4051659" y="3664110"/>
            <a:ext cx="1866687" cy="1817901"/>
          </a:xfrm>
          <a:prstGeom prst="leftUpArrow">
            <a:avLst>
              <a:gd name="adj1" fmla="val 5426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70DF873-1880-21C2-0EE1-A46BCD5F91E5}"/>
              </a:ext>
            </a:extLst>
          </p:cNvPr>
          <p:cNvSpPr/>
          <p:nvPr/>
        </p:nvSpPr>
        <p:spPr>
          <a:xfrm>
            <a:off x="3215811" y="5578867"/>
            <a:ext cx="236306" cy="6012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EF814F1-C437-1B5F-358B-DC3368AFDAFB}"/>
              </a:ext>
            </a:extLst>
          </p:cNvPr>
          <p:cNvSpPr/>
          <p:nvPr/>
        </p:nvSpPr>
        <p:spPr>
          <a:xfrm>
            <a:off x="6441897" y="5578867"/>
            <a:ext cx="236306" cy="4801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6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1054-8A3E-33AB-8C88-2B851A0C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954512" cy="821933"/>
          </a:xfrm>
        </p:spPr>
        <p:txBody>
          <a:bodyPr/>
          <a:lstStyle/>
          <a:p>
            <a:r>
              <a:rPr lang="en-IN" dirty="0"/>
              <a:t>Technology and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9D60-5EF9-5869-6E96-4BDA6E81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69" y="1089062"/>
            <a:ext cx="10510463" cy="509107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 Component                                                                                   Technology</a:t>
            </a:r>
          </a:p>
          <a:p>
            <a:pPr marL="0" indent="0">
              <a:buNone/>
            </a:pPr>
            <a:r>
              <a:rPr lang="en-IN" dirty="0"/>
              <a:t>     Frontend                                                                                                             React.js</a:t>
            </a:r>
          </a:p>
          <a:p>
            <a:pPr marL="0" indent="0">
              <a:buNone/>
            </a:pPr>
            <a:r>
              <a:rPr lang="en-IN" dirty="0"/>
              <a:t>    UI Styling                                                                                                         Tailwind CSS</a:t>
            </a:r>
          </a:p>
          <a:p>
            <a:pPr marL="0" indent="0">
              <a:buNone/>
            </a:pPr>
            <a:r>
              <a:rPr lang="en-IN" dirty="0"/>
              <a:t>     Backend                                                                                                         </a:t>
            </a:r>
            <a:r>
              <a:rPr lang="en-IN" dirty="0" err="1"/>
              <a:t>Java+Spring</a:t>
            </a:r>
            <a:r>
              <a:rPr lang="en-IN" dirty="0"/>
              <a:t> boot</a:t>
            </a:r>
          </a:p>
          <a:p>
            <a:pPr marL="0" indent="0">
              <a:buNone/>
            </a:pPr>
            <a:r>
              <a:rPr lang="en-IN" dirty="0"/>
              <a:t>       API                                                                                                                   REST API</a:t>
            </a:r>
          </a:p>
          <a:p>
            <a:pPr marL="0" indent="0">
              <a:buNone/>
            </a:pPr>
            <a:r>
              <a:rPr lang="en-IN" dirty="0"/>
              <a:t>   AI Integration                                                                                                       LLM API</a:t>
            </a:r>
          </a:p>
          <a:p>
            <a:pPr marL="0" indent="0">
              <a:buNone/>
            </a:pPr>
            <a:r>
              <a:rPr lang="en-IN" dirty="0"/>
              <a:t>    Scheduling                                                                                                        Spring Scheduler</a:t>
            </a:r>
          </a:p>
          <a:p>
            <a:pPr marL="0" indent="0">
              <a:buNone/>
            </a:pPr>
            <a:r>
              <a:rPr lang="en-IN" dirty="0"/>
              <a:t>   Notification                                                                                                              e-mail</a:t>
            </a:r>
          </a:p>
          <a:p>
            <a:pPr marL="0" indent="0">
              <a:buNone/>
            </a:pPr>
            <a:r>
              <a:rPr lang="en-IN" dirty="0"/>
              <a:t>   API Testing                                                                                                            Postman</a:t>
            </a:r>
          </a:p>
          <a:p>
            <a:pPr marL="0" indent="0">
              <a:buNone/>
            </a:pPr>
            <a:r>
              <a:rPr lang="en-IN" dirty="0"/>
              <a:t> Version Control                                                                                                            Git</a:t>
            </a:r>
          </a:p>
          <a:p>
            <a:pPr marL="0" indent="0">
              <a:buNone/>
            </a:pPr>
            <a:r>
              <a:rPr lang="en-IN" dirty="0"/>
              <a:t>Development Tools                                                                                               VS Code &amp; STS</a:t>
            </a:r>
          </a:p>
        </p:txBody>
      </p:sp>
    </p:spTree>
    <p:extLst>
      <p:ext uri="{BB962C8B-B14F-4D97-AF65-F5344CB8AC3E}">
        <p14:creationId xmlns:p14="http://schemas.microsoft.com/office/powerpoint/2010/main" val="296536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FBF2-0942-BEDD-CA2B-86E1A9A3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3C2C5-5509-F187-D08A-B28E159FD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4585" y="343975"/>
            <a:ext cx="3726594" cy="649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4075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155</TotalTime>
  <Words>659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Century Schoolbook</vt:lpstr>
      <vt:lpstr>Wingdings 2</vt:lpstr>
      <vt:lpstr>View</vt:lpstr>
      <vt:lpstr>Project Deadline Reminder System</vt:lpstr>
      <vt:lpstr>Introduction</vt:lpstr>
      <vt:lpstr>Problem Statement</vt:lpstr>
      <vt:lpstr>Proposed Solution</vt:lpstr>
      <vt:lpstr>System Architecture</vt:lpstr>
      <vt:lpstr>Presentation Layer</vt:lpstr>
      <vt:lpstr>Application Layer</vt:lpstr>
      <vt:lpstr>AI Service</vt:lpstr>
      <vt:lpstr>Reminder Engine</vt:lpstr>
      <vt:lpstr>Technology and Stack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Always watching you</dc:creator>
  <cp:lastModifiedBy>ALURU SRI TEJASWI PRIYANK 2420030276</cp:lastModifiedBy>
  <cp:revision>2</cp:revision>
  <dcterms:created xsi:type="dcterms:W3CDTF">2026-08-17T15:13:38Z</dcterms:created>
  <dcterms:modified xsi:type="dcterms:W3CDTF">2026-08-29T07:11:43Z</dcterms:modified>
</cp:coreProperties>
</file>